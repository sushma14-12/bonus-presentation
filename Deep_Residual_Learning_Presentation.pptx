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Residual Learning for Image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Kaiming He, Xiangyu Zhang, Shaoqing Ren, Jian Sun</a:t>
            </a:r>
          </a:p>
          <a:p>
            <a:r>
              <a:t>Microsoft Research</a:t>
            </a:r>
          </a:p>
          <a:p>
            <a:r>
              <a:t>CVPR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Deeper networks improve accuracy but are hard to train.</a:t>
            </a:r>
          </a:p>
          <a:p>
            <a:r>
              <a:t>- Problem: Degradation of training accuracy with depth.</a:t>
            </a:r>
          </a:p>
          <a:p>
            <a:r>
              <a:t>- Solution: Learn residual functions instead of direct mappings.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Residual Learning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Equation: H(x) = F(x) + x</a:t>
            </a:r>
          </a:p>
          <a:p>
            <a:r>
              <a:t>F(x): Residual mapping</a:t>
            </a:r>
          </a:p>
          <a:p>
            <a:r>
              <a:t>x: Input</a:t>
            </a:r>
          </a:p>
          <a:p>
            <a:r>
              <a:t>Shortcut connections allow identity mapping.</a:t>
            </a:r>
          </a:p>
          <a:p>
            <a:r>
              <a:t>Improves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[Conv → ReLU → Conv] + Input → ReLU</a:t>
            </a:r>
          </a:p>
          <a:p>
            <a:r>
              <a:t>(This is the basic residual block used in ResNets)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ResNet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- 18-layer, 34-layer (plain vs residual)</a:t>
            </a:r>
          </a:p>
          <a:p>
            <a:r>
              <a:t>- Bottleneck: 50, 101, 152 layers</a:t>
            </a:r>
          </a:p>
          <a:p>
            <a:r>
              <a:t>- Uses 1x1, 3x3 convolutions</a:t>
            </a:r>
          </a:p>
          <a:p>
            <a:r>
              <a:t>- Identity/projection shortcuts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Datasets: ImageNet, CIFAR-10</a:t>
            </a:r>
          </a:p>
          <a:p>
            <a:r>
              <a:t>- Training: SGD, BatchNorm, No Dropout</a:t>
            </a:r>
          </a:p>
          <a:p>
            <a:r>
              <a:t>- Testing: 10-crop, Multi-scale averaging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ImageNet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- 152-layer ResNet: 3.57% top-5 error</a:t>
            </a:r>
          </a:p>
          <a:p>
            <a:r>
              <a:t>- Outperforms VGG and GoogLeNet</a:t>
            </a:r>
          </a:p>
          <a:p>
            <a:r>
              <a:t>- Won ILSVRC 2015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CIFAR-10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Tested up to 1202 layers</a:t>
            </a:r>
          </a:p>
          <a:p>
            <a:r>
              <a:t>- No degradation in ResNets</a:t>
            </a:r>
          </a:p>
          <a:p>
            <a:r>
              <a:t>- Residuals have smaller response magnitudes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Detection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Applied to PASCAL VOC, MS COCO</a:t>
            </a:r>
          </a:p>
          <a:p>
            <a:r>
              <a:t>- Replacing VGG-16 in Faster R-CNN shows strong improvements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Residual learning enables very deep networks</a:t>
            </a:r>
          </a:p>
          <a:p>
            <a:r>
              <a:t>- Generic, scalable framework</a:t>
            </a:r>
          </a:p>
          <a:p>
            <a:r>
              <a:t>- State-of-the-art across multiple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